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9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0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  <p:sldMasterId id="2147483716" r:id="rId7"/>
    <p:sldMasterId id="2147483725" r:id="rId8"/>
    <p:sldMasterId id="2147483735" r:id="rId9"/>
    <p:sldMasterId id="2147483745" r:id="rId10"/>
    <p:sldMasterId id="2147483748" r:id="rId11"/>
  </p:sldMasterIdLst>
  <p:notesMasterIdLst>
    <p:notesMasterId r:id="rId14"/>
  </p:notesMasterIdLst>
  <p:handoutMasterIdLst>
    <p:handoutMasterId r:id="rId15"/>
  </p:handoutMasterIdLst>
  <p:sldIdLst>
    <p:sldId id="356" r:id="rId12"/>
    <p:sldId id="361" r:id="rId13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80415" autoAdjust="0"/>
  </p:normalViewPr>
  <p:slideViewPr>
    <p:cSldViewPr>
      <p:cViewPr varScale="1">
        <p:scale>
          <a:sx n="94" d="100"/>
          <a:sy n="94" d="100"/>
        </p:scale>
        <p:origin x="356" y="56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5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21/04/2026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21/04/2026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DBE1-731F-BD6C-0CA6-B06853AB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5E1975-0717-86B8-A96C-F20D4B951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EFC744-4389-845F-5193-CEAE087D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AB8053-5785-CD91-DCBB-B89A043C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56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242937" y="1268016"/>
            <a:ext cx="8656646" cy="32932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1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Infrastructure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242937" y="1268016"/>
            <a:ext cx="8656646" cy="32932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6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22504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32998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06322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72281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242540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510735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242249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SAP UCC Munich | Technical University of Munich | General Management Practices</a:t>
            </a:r>
          </a:p>
        </p:txBody>
      </p:sp>
    </p:spTree>
    <p:extLst>
      <p:ext uri="{BB962C8B-B14F-4D97-AF65-F5344CB8AC3E}">
        <p14:creationId xmlns:p14="http://schemas.microsoft.com/office/powerpoint/2010/main" val="25592897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81798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9199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1926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873926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56846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919784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SAP UCC Munich | Technical University of Munich | Services and Operational Framework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61055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00477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96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786457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66073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498032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518109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918612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 dirty="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7566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dirty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194192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30689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UCC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501399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05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238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152781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291051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90152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65437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04446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91503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56006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478832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634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‹Nr.›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9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9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28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37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SAP University Competence Center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Chair for Information Systems and Business Process Management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TUM</a:t>
            </a:r>
            <a:r>
              <a:rPr lang="en-US" sz="800" baseline="0" noProof="0" dirty="0">
                <a:solidFill>
                  <a:schemeClr val="tx2"/>
                </a:solidFill>
                <a:latin typeface="+mn-lt"/>
              </a:rPr>
              <a:t> School of Computation, Information, and Technology</a:t>
            </a:r>
            <a:endParaRPr lang="en-US" sz="800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Technical University of Munich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A11B450-2634-6094-53B2-9124400231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3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5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3DCD933-4AE9-190B-C8D7-A18BD86DF9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SAP UCC Munich | Technical University of Munich | Infrastructure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F3AFA61A-9889-4D2E-B746-AE1E210F83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SAP UCC Munich | Technical University of Munich | General Management Practices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SAP UCC Munich | Technical University of Munich | Services and Operational Framework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UCC Slide Master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9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2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Next Generation Data Center Operations – 01 Introduction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2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965F22C-3F61-B5D6-EB0F-555FC01E21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1162" y="2671083"/>
            <a:ext cx="3396742" cy="430887"/>
          </a:xfrm>
        </p:spPr>
        <p:txBody>
          <a:bodyPr anchor="b"/>
          <a:lstStyle/>
          <a:p>
            <a:r>
              <a:rPr lang="en-US" dirty="0"/>
              <a:t>Simon Fuchs, Maximilian Niedermeier, Noah Kim, Leon Kist</a:t>
            </a: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A193D7-AF45-D747-B775-FE036BEA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918457"/>
            <a:ext cx="7848873" cy="1107996"/>
          </a:xfrm>
        </p:spPr>
        <p:txBody>
          <a:bodyPr/>
          <a:lstStyle/>
          <a:p>
            <a:r>
              <a:rPr lang="en-US" sz="2400" dirty="0">
                <a:latin typeface="Calibri"/>
              </a:rPr>
              <a:t>Advanced Practical Course – Next Generation Data Center Operations for SAP Enterprise Software </a:t>
            </a:r>
            <a:r>
              <a:rPr lang="en-US" sz="2400" b="0" dirty="0">
                <a:latin typeface="Calibri"/>
              </a:rPr>
              <a:t>(IN2128, IN2106, IN212810)</a:t>
            </a:r>
            <a:endParaRPr lang="en-US" sz="2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7C0174-FCB7-52F4-2D4F-9FB9D0EA8F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3" y="2203974"/>
            <a:ext cx="5340958" cy="268444"/>
          </a:xfrm>
        </p:spPr>
        <p:txBody>
          <a:bodyPr/>
          <a:lstStyle/>
          <a:p>
            <a:r>
              <a:rPr lang="en-US" sz="1400" dirty="0"/>
              <a:t>Block course 4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F6D190-96DE-B3BC-8E87-014D906A06F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22 April, 2026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964EC9E-F963-8427-80AE-46E5BE73A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1162" y="3240148"/>
            <a:ext cx="4252912" cy="10769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100" noProof="0" dirty="0"/>
              <a:t>SAP University Competence Center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Information Systems and Business Process Management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TUM School of Computation, Information and Technology</a:t>
            </a:r>
          </a:p>
          <a:p>
            <a:pPr>
              <a:spcAft>
                <a:spcPts val="600"/>
              </a:spcAft>
            </a:pPr>
            <a:r>
              <a:rPr lang="en-US" sz="1100" noProof="0" dirty="0"/>
              <a:t>Technical University of Munich</a:t>
            </a:r>
          </a:p>
        </p:txBody>
      </p:sp>
    </p:spTree>
    <p:extLst>
      <p:ext uri="{BB962C8B-B14F-4D97-AF65-F5344CB8AC3E}">
        <p14:creationId xmlns:p14="http://schemas.microsoft.com/office/powerpoint/2010/main" val="43785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11A2-FA1C-79C2-EB4C-926AAFFD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2EFE8B-F6C9-77A8-C440-FC6BF697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 of Today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150090-3EDC-4B77-87BD-54A14E26E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Block course 4</a:t>
            </a:r>
            <a:endParaRPr lang="en-US" noProof="0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0D907B4-97A5-1743-A8F4-8C205346B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037519"/>
              </p:ext>
            </p:extLst>
          </p:nvPr>
        </p:nvGraphicFramePr>
        <p:xfrm>
          <a:off x="311151" y="1055744"/>
          <a:ext cx="8515857" cy="3606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80530">
                  <a:extLst>
                    <a:ext uri="{9D8B030D-6E8A-4147-A177-3AD203B41FA5}">
                      <a16:colId xmlns:a16="http://schemas.microsoft.com/office/drawing/2014/main" val="357848842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2446708343"/>
                    </a:ext>
                  </a:extLst>
                </a:gridCol>
                <a:gridCol w="1590711">
                  <a:extLst>
                    <a:ext uri="{9D8B030D-6E8A-4147-A177-3AD203B41FA5}">
                      <a16:colId xmlns:a16="http://schemas.microsoft.com/office/drawing/2014/main" val="1704495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Lecturer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10:00-11:15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The UCC </a:t>
                      </a:r>
                      <a:r>
                        <a:rPr lang="de-DE" dirty="0" err="1"/>
                        <a:t>as</a:t>
                      </a:r>
                      <a:r>
                        <a:rPr lang="de-DE" dirty="0"/>
                        <a:t> a Next Generation Data Center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11:15-11:30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Bio-Break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28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11:30-12:00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Server Room </a:t>
                      </a:r>
                      <a:r>
                        <a:rPr lang="de-DE" dirty="0" err="1"/>
                        <a:t>Visit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12:00-13:00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Lunch-Break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55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13:00-13:45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Pressing Topics in Data Center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 &amp; 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3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13:45-14:45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Knowledge Check </a:t>
                      </a:r>
                      <a:r>
                        <a:rPr lang="de-DE" dirty="0" err="1"/>
                        <a:t>Preparation</a:t>
                      </a:r>
                      <a:r>
                        <a:rPr lang="de-DE" dirty="0"/>
                        <a:t> and Topics </a:t>
                      </a:r>
                      <a:r>
                        <a:rPr lang="de-DE" dirty="0" err="1"/>
                        <a:t>for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</a:t>
                      </a:r>
                      <a:r>
                        <a:rPr lang="de-DE" dirty="0"/>
                        <a:t> Project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Simon &amp; Henrik (IBM)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51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14:45-15:00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Bio-Break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251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15:00-17:00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Guest </a:t>
                      </a:r>
                      <a:r>
                        <a:rPr lang="de-DE" dirty="0" err="1"/>
                        <a:t>Presentation</a:t>
                      </a:r>
                      <a:r>
                        <a:rPr lang="de-DE" dirty="0"/>
                        <a:t>: IBM Power </a:t>
                      </a:r>
                      <a:r>
                        <a:rPr lang="de-DE" dirty="0" err="1"/>
                        <a:t>for</a:t>
                      </a:r>
                      <a:r>
                        <a:rPr lang="de-DE" dirty="0"/>
                        <a:t> Data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Michael (IBM)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772445"/>
                  </a:ext>
                </a:extLst>
              </a:tr>
            </a:tbl>
          </a:graphicData>
        </a:graphic>
      </p:graphicFrame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Next Generation Data Center Operations – 01 Introduction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73090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CF49AD9-0A80-4C34-AC08-9FDB6687BF92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1FABF2E0-D3D5-4A9B-A83C-FD7216ECBF2D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83304FFD-6A5E-442F-80E3-AA2468BAFA22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43FBA60C-AA89-4C79-9DBF-F0A40B5FBB24}"/>
    </a:ext>
  </a:extLst>
</a:theme>
</file>

<file path=ppt/theme/theme7.xml><?xml version="1.0" encoding="utf-8"?>
<a:theme xmlns:a="http://schemas.openxmlformats.org/drawingml/2006/main" name="1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8.xml><?xml version="1.0" encoding="utf-8"?>
<a:theme xmlns:a="http://schemas.openxmlformats.org/drawingml/2006/main" name="2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9.xml><?xml version="1.0" encoding="utf-8"?>
<a:theme xmlns:a="http://schemas.openxmlformats.org/drawingml/2006/main" name="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10.xml><?xml version="1.0" encoding="utf-8"?>
<a:theme xmlns:a="http://schemas.openxmlformats.org/drawingml/2006/main" name="Kapiteltrenner bunt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11.xml><?xml version="1.0" encoding="utf-8"?>
<a:theme xmlns:a="http://schemas.openxmlformats.org/drawingml/2006/main" name="1_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1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2111_Praesentationsvorlage_16-9_own_v2-1</Template>
  <TotalTime>0</TotalTime>
  <Words>141</Words>
  <Application>Microsoft Office PowerPoint</Application>
  <PresentationFormat>Bildschirmpräsentation (16:9)</PresentationFormat>
  <Paragraphs>37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2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Symbol</vt:lpstr>
      <vt:lpstr>Wingdings</vt:lpstr>
      <vt:lpstr>Titel 1</vt:lpstr>
      <vt:lpstr>Titel 2</vt:lpstr>
      <vt:lpstr>Titel 3</vt:lpstr>
      <vt:lpstr>Inhalt</vt:lpstr>
      <vt:lpstr>Kapiteltrenner blau</vt:lpstr>
      <vt:lpstr>Kapiteltrenner schwarz</vt:lpstr>
      <vt:lpstr>1_Inhalt</vt:lpstr>
      <vt:lpstr>2_Inhalt</vt:lpstr>
      <vt:lpstr>UCC_Inhalt</vt:lpstr>
      <vt:lpstr>Kapiteltrenner bunt</vt:lpstr>
      <vt:lpstr>1_UCC_Inhalt</vt:lpstr>
      <vt:lpstr>Advanced Practical Course – Next Generation Data Center Operations for SAP Enterprise Software (IN2128, IN2106, IN212810)</vt:lpstr>
      <vt:lpstr>Agenda of Today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&amp; Service Desk</dc:title>
  <dc:creator>Philipp Landler</dc:creator>
  <cp:lastModifiedBy>Simon Fuchs</cp:lastModifiedBy>
  <cp:revision>140</cp:revision>
  <cp:lastPrinted>2015-07-30T14:04:45Z</cp:lastPrinted>
  <dcterms:created xsi:type="dcterms:W3CDTF">2024-10-09T16:17:20Z</dcterms:created>
  <dcterms:modified xsi:type="dcterms:W3CDTF">2026-04-21T08:31:42Z</dcterms:modified>
</cp:coreProperties>
</file>