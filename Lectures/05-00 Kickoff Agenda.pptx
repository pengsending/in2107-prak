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7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8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9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0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  <p:sldMasterId id="2147483716" r:id="rId7"/>
    <p:sldMasterId id="2147483725" r:id="rId8"/>
    <p:sldMasterId id="2147483735" r:id="rId9"/>
    <p:sldMasterId id="2147483745" r:id="rId10"/>
    <p:sldMasterId id="2147483748" r:id="rId11"/>
  </p:sldMasterIdLst>
  <p:notesMasterIdLst>
    <p:notesMasterId r:id="rId15"/>
  </p:notesMasterIdLst>
  <p:handoutMasterIdLst>
    <p:handoutMasterId r:id="rId16"/>
  </p:handoutMasterIdLst>
  <p:sldIdLst>
    <p:sldId id="356" r:id="rId12"/>
    <p:sldId id="362" r:id="rId13"/>
    <p:sldId id="361" r:id="rId14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80415" autoAdjust="0"/>
  </p:normalViewPr>
  <p:slideViewPr>
    <p:cSldViewPr>
      <p:cViewPr varScale="1">
        <p:scale>
          <a:sx n="94" d="100"/>
          <a:sy n="94" d="100"/>
        </p:scale>
        <p:origin x="356" y="52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-55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23/04/2026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23/04/2026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EDBE1-731F-BD6C-0CA6-B06853AB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35E1975-0717-86B8-A96C-F20D4B951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EFC744-4389-845F-5193-CEAE087DA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AB8053-5785-CD91-DCBB-B89A043CF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567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C9F217A-A765-9EC9-BA96-53895970F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67542C-2FBE-2192-7420-B3E117E596B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2D42941-1F94-08A8-4A98-80B5A1A04C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3BD8702-EF40-B04A-5869-5AFB6636D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4BE60C9-BCDC-32E0-9FF8-3A890C62E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DC695B-F69F-9F4D-161D-ADC3BD81BA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2B7D32A9-A29D-7CF1-8393-232C7572BF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F191962A-8BA6-31C5-669B-97577269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12F94EB6-6341-C4C0-3DF2-B4580892DD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DA8F8ED-9637-EE15-4E3E-E34D97DACC3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5E1C5C1-A499-7CAD-1380-AB56372B4ED7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Infrastructure</a:t>
            </a:r>
            <a:endParaRPr lang="de-DE" noProof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Infrastructure</a:t>
            </a:r>
            <a:endParaRPr lang="de-DE" noProof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Infrastructure</a:t>
            </a:r>
            <a:endParaRPr lang="de-DE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242937" y="1268016"/>
            <a:ext cx="8656646" cy="32932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6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225048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329989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063221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72281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242540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510735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242249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</p:spTree>
    <p:extLst>
      <p:ext uri="{BB962C8B-B14F-4D97-AF65-F5344CB8AC3E}">
        <p14:creationId xmlns:p14="http://schemas.microsoft.com/office/powerpoint/2010/main" val="25592897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81798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99199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819262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2873926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Services and Operational Framework</a:t>
            </a:r>
            <a:endParaRPr lang="de-DE" noProof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56846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Services and Operational Framework</a:t>
            </a:r>
            <a:endParaRPr lang="de-DE" noProof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2919784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Services and Operational Framework</a:t>
            </a:r>
            <a:endParaRPr lang="de-DE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61055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004775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096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786457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166073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UCC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498032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518109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 dirty="0"/>
              <a:t>UCC Slide Master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918612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 dirty="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 dirty="0"/>
              <a:t>UCC Slide Master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75662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 dirty="0"/>
              <a:t>UCC Slide Master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194192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306890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CC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</p:spTree>
    <p:extLst>
      <p:ext uri="{BB962C8B-B14F-4D97-AF65-F5344CB8AC3E}">
        <p14:creationId xmlns:p14="http://schemas.microsoft.com/office/powerpoint/2010/main" val="40501399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Kaptieltrenner_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144F4FB-4503-44B0-05FD-4BBA1057C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05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tieltrenner_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238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152781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291051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UCC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890152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965437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4044469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91503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560060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478832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CC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634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43174" name="Line 20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1281991149" name="Text Box 18"/>
          <p:cNvSpPr txBox="1">
            <a:spLocks noChangeArrowheads="1"/>
          </p:cNvSpPr>
          <p:nvPr/>
        </p:nvSpPr>
        <p:spPr bwMode="auto">
          <a:xfrm>
            <a:off x="6229350" y="359569"/>
            <a:ext cx="1439818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675">
                <a:solidFill>
                  <a:schemeClr val="bg2"/>
                </a:solidFill>
                <a:latin typeface="Arial"/>
              </a:rPr>
              <a:t>Technische Universität München</a:t>
            </a:r>
            <a:endParaRPr/>
          </a:p>
        </p:txBody>
      </p:sp>
      <p:sp>
        <p:nvSpPr>
          <p:cNvPr id="2084715533" name="Line 22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941120630" name="Line 23"/>
          <p:cNvSpPr>
            <a:spLocks noChangeShapeType="1"/>
          </p:cNvSpPr>
          <p:nvPr/>
        </p:nvSpPr>
        <p:spPr bwMode="auto">
          <a:xfrm>
            <a:off x="0" y="47434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pic>
        <p:nvPicPr>
          <p:cNvPr id="1908350810" name="Picture 2" descr="C:\Users\Flopc\Desktop\ppt\TUMLogo_oZ_Vollfl_blau_RGB.emf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035926" y="244079"/>
            <a:ext cx="606425" cy="240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1637902" name="Rectangle 19"/>
          <p:cNvSpPr>
            <a:spLocks noChangeArrowheads="1"/>
          </p:cNvSpPr>
          <p:nvPr userDrawn="1"/>
        </p:nvSpPr>
        <p:spPr bwMode="auto">
          <a:xfrm>
            <a:off x="2719018" y="4839891"/>
            <a:ext cx="3655167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de-DE" sz="750" dirty="0">
                <a:solidFill>
                  <a:srgbClr val="0065BD"/>
                </a:solidFill>
              </a:rPr>
              <a:t>Wittges Lab – </a:t>
            </a:r>
            <a:r>
              <a:rPr lang="de-DE" sz="750" dirty="0" err="1">
                <a:solidFill>
                  <a:srgbClr val="0065BD"/>
                </a:solidFill>
              </a:rPr>
              <a:t>Chair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de-DE" sz="750" dirty="0" err="1">
                <a:solidFill>
                  <a:srgbClr val="0065BD"/>
                </a:solidFill>
              </a:rPr>
              <a:t>for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en-US" sz="750" dirty="0">
                <a:solidFill>
                  <a:srgbClr val="0065BD"/>
                </a:solidFill>
              </a:rPr>
              <a:t>Information Systems and Business Process Management </a:t>
            </a:r>
            <a:endParaRPr lang="de-DE" sz="750" dirty="0">
              <a:solidFill>
                <a:srgbClr val="0065BD"/>
              </a:solidFill>
            </a:endParaRPr>
          </a:p>
        </p:txBody>
      </p:sp>
      <p:sp>
        <p:nvSpPr>
          <p:cNvPr id="1092164733" name="Text Box 12"/>
          <p:cNvSpPr txBox="1">
            <a:spLocks noChangeArrowheads="1"/>
          </p:cNvSpPr>
          <p:nvPr userDrawn="1"/>
        </p:nvSpPr>
        <p:spPr bwMode="auto">
          <a:xfrm>
            <a:off x="8336687" y="4837510"/>
            <a:ext cx="23083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l">
              <a:defRPr/>
            </a:pPr>
            <a:fld id="{1097A908-C15C-48E9-863D-72BCED286D16}" type="slidenum">
              <a:rPr lang="de-DE" sz="900">
                <a:solidFill>
                  <a:schemeClr val="tx2"/>
                </a:solidFill>
              </a:rPr>
              <a:t>‹Nr.›</a:t>
            </a:fld>
            <a:endParaRPr lang="de-DE" sz="900">
              <a:solidFill>
                <a:schemeClr val="tx2"/>
              </a:solidFill>
            </a:endParaRPr>
          </a:p>
        </p:txBody>
      </p:sp>
      <p:sp>
        <p:nvSpPr>
          <p:cNvPr id="8151254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81624090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91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9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8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27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36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5.emf"/><Relationship Id="rId4" Type="http://schemas.openxmlformats.org/officeDocument/2006/relationships/image" Target="../media/image4.jpe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F8BEEAF-9BEE-05EC-E27B-829B123AA0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144F4FB-4503-44B0-05FD-4BBA1057C5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SAP University Competence Center</a:t>
            </a: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Chair for Information Systems and Business Process Management</a:t>
            </a: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TUM</a:t>
            </a:r>
            <a:r>
              <a:rPr lang="en-US" sz="800" baseline="0" noProof="0" dirty="0">
                <a:solidFill>
                  <a:schemeClr val="tx2"/>
                </a:solidFill>
                <a:latin typeface="+mn-lt"/>
              </a:rPr>
              <a:t> School of Computation, Information, and Technology</a:t>
            </a:r>
            <a:endParaRPr lang="en-US" sz="800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Technical University of Munich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CA11B450-2634-6094-53B2-91244002314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  <p:sldLayoutId id="2147483715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53DCD933-4AE9-190B-C8D7-A18BD86DF9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F3AFA61A-9889-4D2E-B746-AE1E210F835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SAP UCC Munich | Technical University of Munich | General Management Practices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UCC Slide Master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9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82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Next Generation Data Center Operations – 01 Introduction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2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965F22C-3F61-B5D6-EB0F-555FC01E211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1162" y="2671083"/>
            <a:ext cx="3396742" cy="430887"/>
          </a:xfrm>
        </p:spPr>
        <p:txBody>
          <a:bodyPr anchor="b"/>
          <a:lstStyle/>
          <a:p>
            <a:r>
              <a:rPr lang="en-US" dirty="0"/>
              <a:t>Simon Fuchs, Maximilian Niedermeier, Noah Kim, Leon Kist</a:t>
            </a:r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2A193D7-AF45-D747-B775-FE036BEA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7" y="918457"/>
            <a:ext cx="7848873" cy="1107996"/>
          </a:xfrm>
        </p:spPr>
        <p:txBody>
          <a:bodyPr/>
          <a:lstStyle/>
          <a:p>
            <a:r>
              <a:rPr lang="en-US" sz="2400" dirty="0">
                <a:latin typeface="Calibri"/>
              </a:rPr>
              <a:t>Advanced Practical Course – Next Generation Data Center Operations for SAP Enterprise Software </a:t>
            </a:r>
            <a:r>
              <a:rPr lang="en-US" sz="2400" b="0" dirty="0">
                <a:latin typeface="Calibri"/>
              </a:rPr>
              <a:t>(IN2128, IN2106, IN212810)</a:t>
            </a:r>
            <a:endParaRPr lang="en-US" sz="24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7C0174-FCB7-52F4-2D4F-9FB9D0EA8F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163" y="2203974"/>
            <a:ext cx="5340958" cy="268444"/>
          </a:xfrm>
        </p:spPr>
        <p:txBody>
          <a:bodyPr/>
          <a:lstStyle/>
          <a:p>
            <a:r>
              <a:rPr lang="en-US" sz="1400" dirty="0"/>
              <a:t>Knowledge Check &amp; Project Kickoff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9F6D190-96DE-B3BC-8E87-014D906A06F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4 May, 2026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964EC9E-F963-8427-80AE-46E5BE73A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1162" y="3240148"/>
            <a:ext cx="4252912" cy="107691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100" noProof="0" dirty="0"/>
              <a:t>SAP University Competence Center</a:t>
            </a:r>
          </a:p>
          <a:p>
            <a:pPr>
              <a:spcAft>
                <a:spcPts val="600"/>
              </a:spcAft>
            </a:pPr>
            <a:r>
              <a:rPr lang="en-US" sz="1100" noProof="0" dirty="0"/>
              <a:t>Information Systems and Business Process Management</a:t>
            </a:r>
          </a:p>
          <a:p>
            <a:pPr>
              <a:spcAft>
                <a:spcPts val="600"/>
              </a:spcAft>
            </a:pPr>
            <a:r>
              <a:rPr lang="en-US" sz="1100" noProof="0" dirty="0"/>
              <a:t>TUM School of Computation, Information and Technology</a:t>
            </a:r>
          </a:p>
          <a:p>
            <a:pPr>
              <a:spcAft>
                <a:spcPts val="600"/>
              </a:spcAft>
            </a:pPr>
            <a:r>
              <a:rPr lang="en-US" sz="1100" noProof="0" dirty="0"/>
              <a:t>Technical University of Munich</a:t>
            </a:r>
          </a:p>
        </p:txBody>
      </p:sp>
    </p:spTree>
    <p:extLst>
      <p:ext uri="{BB962C8B-B14F-4D97-AF65-F5344CB8AC3E}">
        <p14:creationId xmlns:p14="http://schemas.microsoft.com/office/powerpoint/2010/main" val="43785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100B8EF-2C6C-895F-7DB0-87C65DFDF3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7744" y="416655"/>
            <a:ext cx="4392488" cy="439248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8A5B804-2764-6B5E-11E9-C47AAE1ED9DE}"/>
              </a:ext>
            </a:extLst>
          </p:cNvPr>
          <p:cNvSpPr txBox="1"/>
          <p:nvPr/>
        </p:nvSpPr>
        <p:spPr>
          <a:xfrm>
            <a:off x="2267744" y="4876006"/>
            <a:ext cx="4176464" cy="1169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7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Source: de.wikipedia.org/wiki/Datei:May_the_4th_be_with_you_(Star_Wars_Day).gif</a:t>
            </a:r>
            <a:endParaRPr lang="de-DE" sz="700" dirty="0" err="1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1761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111A2-FA1C-79C2-EB4C-926AAFFD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22EFE8B-F6C9-77A8-C440-FC6BF697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Agenda of Today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150090-3EDC-4B77-87BD-54A14E26E5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Knowledge Check &amp; Project Kickoff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20D907B4-97A5-1743-A8F4-8C205346B3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785011"/>
              </p:ext>
            </p:extLst>
          </p:nvPr>
        </p:nvGraphicFramePr>
        <p:xfrm>
          <a:off x="311151" y="1055744"/>
          <a:ext cx="8515857" cy="33375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380530">
                  <a:extLst>
                    <a:ext uri="{9D8B030D-6E8A-4147-A177-3AD203B41FA5}">
                      <a16:colId xmlns:a16="http://schemas.microsoft.com/office/drawing/2014/main" val="357848842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2446708343"/>
                    </a:ext>
                  </a:extLst>
                </a:gridCol>
                <a:gridCol w="1590711">
                  <a:extLst>
                    <a:ext uri="{9D8B030D-6E8A-4147-A177-3AD203B41FA5}">
                      <a16:colId xmlns:a16="http://schemas.microsoft.com/office/drawing/2014/main" val="1704495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Lecturer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8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10:00-10:10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Welcome &amp; 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043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10:10-10:45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Knowledge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4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10:45-11:00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Bio-Break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28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11:00-11:30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Expectation</a:t>
                      </a:r>
                      <a:r>
                        <a:rPr lang="de-DE" dirty="0"/>
                        <a:t> &amp; </a:t>
                      </a:r>
                      <a:r>
                        <a:rPr lang="de-DE" dirty="0" err="1"/>
                        <a:t>Requirements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Leon, Simon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55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11:30-12:00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Design Science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071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12:00-13:00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Lunch-Break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552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13:00-13:15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Group Fixation &amp; Topic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251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13:15-15:00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Time </a:t>
                      </a:r>
                      <a:r>
                        <a:rPr lang="de-DE" dirty="0" err="1"/>
                        <a:t>with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the</a:t>
                      </a:r>
                      <a:r>
                        <a:rPr lang="de-DE" dirty="0"/>
                        <a:t> Topic Supervisor &amp; </a:t>
                      </a:r>
                      <a:r>
                        <a:rPr lang="de-DE" dirty="0" err="1"/>
                        <a:t>to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work</a:t>
                      </a:r>
                      <a:r>
                        <a:rPr lang="de-DE" dirty="0"/>
                        <a:t> in </a:t>
                      </a:r>
                      <a:r>
                        <a:rPr lang="de-DE" dirty="0" err="1"/>
                        <a:t>your</a:t>
                      </a:r>
                      <a:r>
                        <a:rPr lang="de-DE" dirty="0"/>
                        <a:t>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952959"/>
                  </a:ext>
                </a:extLst>
              </a:tr>
            </a:tbl>
          </a:graphicData>
        </a:graphic>
      </p:graphicFrame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73A7E815-5F89-8752-5F84-05691DC7A8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Next Generation Data Center Operations – 01 Introduction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53DBE96-6E00-C69E-44D6-0F30A8B4EC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473090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CF49AD9-0A80-4C34-AC08-9FDB6687BF92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7182AC18-5F70-4E3D-A11B-EC19BD98739E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1FABF2E0-D3D5-4A9B-A83C-FD7216ECBF2D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83304FFD-6A5E-442F-80E3-AA2468BAFA22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43FBA60C-AA89-4C79-9DBF-F0A40B5FBB24}"/>
    </a:ext>
  </a:extLst>
</a:theme>
</file>

<file path=ppt/theme/theme7.xml><?xml version="1.0" encoding="utf-8"?>
<a:theme xmlns:a="http://schemas.openxmlformats.org/drawingml/2006/main" name="1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8.xml><?xml version="1.0" encoding="utf-8"?>
<a:theme xmlns:a="http://schemas.openxmlformats.org/drawingml/2006/main" name="2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9.xml><?xml version="1.0" encoding="utf-8"?>
<a:theme xmlns:a="http://schemas.openxmlformats.org/drawingml/2006/main" name="UCC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10.xml><?xml version="1.0" encoding="utf-8"?>
<a:theme xmlns:a="http://schemas.openxmlformats.org/drawingml/2006/main" name="Kapiteltrenner bunt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7182AC18-5F70-4E3D-A11B-EC19BD98739E}"/>
    </a:ext>
  </a:extLst>
</a:theme>
</file>

<file path=ppt/theme/theme11.xml><?xml version="1.0" encoding="utf-8"?>
<a:theme xmlns:a="http://schemas.openxmlformats.org/drawingml/2006/main" name="1_UCC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1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2111_Praesentationsvorlage_16-9_own_v2-1</Template>
  <TotalTime>0</TotalTime>
  <Words>156</Words>
  <Application>Microsoft Office PowerPoint</Application>
  <PresentationFormat>Bildschirmpräsentation (16:9)</PresentationFormat>
  <Paragraphs>36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11</vt:i4>
      </vt:variant>
      <vt:variant>
        <vt:lpstr>Folientitel</vt:lpstr>
      </vt:variant>
      <vt:variant>
        <vt:i4>3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Symbol</vt:lpstr>
      <vt:lpstr>Wingdings</vt:lpstr>
      <vt:lpstr>Titel 1</vt:lpstr>
      <vt:lpstr>Titel 2</vt:lpstr>
      <vt:lpstr>Titel 3</vt:lpstr>
      <vt:lpstr>Inhalt</vt:lpstr>
      <vt:lpstr>Kapiteltrenner blau</vt:lpstr>
      <vt:lpstr>Kapiteltrenner schwarz</vt:lpstr>
      <vt:lpstr>1_Inhalt</vt:lpstr>
      <vt:lpstr>2_Inhalt</vt:lpstr>
      <vt:lpstr>UCC_Inhalt</vt:lpstr>
      <vt:lpstr>Kapiteltrenner bunt</vt:lpstr>
      <vt:lpstr>1_UCC_Inhalt</vt:lpstr>
      <vt:lpstr>Advanced Practical Course – Next Generation Data Center Operations for SAP Enterprise Software (IN2128, IN2106, IN212810)</vt:lpstr>
      <vt:lpstr>PowerPoint-Präsentation</vt:lpstr>
      <vt:lpstr>Agenda of Today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&amp; Service Desk</dc:title>
  <dc:creator>Philipp Landler</dc:creator>
  <cp:lastModifiedBy>Simon Fuchs</cp:lastModifiedBy>
  <cp:revision>149</cp:revision>
  <cp:lastPrinted>2015-07-30T14:04:45Z</cp:lastPrinted>
  <dcterms:created xsi:type="dcterms:W3CDTF">2024-10-09T16:17:20Z</dcterms:created>
  <dcterms:modified xsi:type="dcterms:W3CDTF">2026-04-23T08:22:21Z</dcterms:modified>
</cp:coreProperties>
</file>